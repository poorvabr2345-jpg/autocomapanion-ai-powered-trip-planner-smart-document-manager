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60" r:id="rId3"/>
    <p:sldId id="363" r:id="rId5"/>
    <p:sldId id="359" r:id="rId6"/>
    <p:sldId id="366" r:id="rId7"/>
    <p:sldId id="365" r:id="rId8"/>
    <p:sldId id="369" r:id="rId9"/>
    <p:sldId id="364" r:id="rId10"/>
    <p:sldId id="370" r:id="rId11"/>
    <p:sldId id="367" r:id="rId12"/>
    <p:sldId id="371" r:id="rId13"/>
    <p:sldId id="3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ndini" initials="N" lastIdx="2" clrIdx="0"/>
  <p:cmAuthor id="2" name="NIkhil D Bharadwaj" initials="NDB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5F13"/>
    <a:srgbClr val="0040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3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4A8B7-C6B3-44F2-899D-13899FFDF1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526C7-3725-4583-811C-1DA74730EB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4EFAF-849C-4C0F-9FEE-98596C6E4FC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E20C2-3D69-466F-9972-C76C04FFE12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EC67A-A96B-49B3-9182-A5E15CA30978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1" y="-27384"/>
            <a:ext cx="12241124" cy="68853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E2287-2510-49FE-9FC5-4AEB0F6EC82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D08D8-B32A-4000-A19F-39910399513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799230" y="4445911"/>
            <a:ext cx="9144000" cy="2882206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Guided by: 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ea typeface="Liberation Sans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MS.</a:t>
            </a:r>
            <a:r>
              <a:rPr lang="en-I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KAVYA S</a:t>
            </a:r>
            <a:r>
              <a:rPr lang="en-I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Liberation Sans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JSS STU, Mysuru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Liberation Sans" panose="020B06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Liberation Sans" panose="020B0604020202020204" pitchFamily="34" charset="0"/>
                <a:cs typeface="Times New Roman" panose="02020603050405020304" pitchFamily="18" charset="0"/>
              </a:rPr>
              <a:t>                       </a:t>
            </a:r>
            <a:endParaRPr lang="en-US" dirty="0">
              <a:solidFill>
                <a:schemeClr val="tx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r"/>
            <a:endParaRPr lang="en-US" dirty="0">
              <a:solidFill>
                <a:schemeClr val="tx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r"/>
            <a:endParaRPr lang="en-US" dirty="0">
              <a:solidFill>
                <a:schemeClr val="tx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025134"/>
            <a:ext cx="9144000" cy="107722"/>
          </a:xfrm>
          <a:prstGeom prst="rect">
            <a:avLst/>
          </a:prstGeom>
          <a:solidFill>
            <a:srgbClr val="00405F"/>
          </a:solidFill>
        </p:spPr>
        <p:txBody>
          <a:bodyPr wrap="square" rtlCol="0">
            <a:spAutoFit/>
          </a:bodyPr>
          <a:lstStyle/>
          <a:p>
            <a:endParaRPr lang="en-US" sz="100" dirty="0"/>
          </a:p>
        </p:txBody>
      </p:sp>
      <p:sp>
        <p:nvSpPr>
          <p:cNvPr id="7" name="TextBox 6"/>
          <p:cNvSpPr txBox="1"/>
          <p:nvPr/>
        </p:nvSpPr>
        <p:spPr>
          <a:xfrm>
            <a:off x="1676400" y="3956074"/>
            <a:ext cx="9144000" cy="107722"/>
          </a:xfrm>
          <a:prstGeom prst="rect">
            <a:avLst/>
          </a:prstGeom>
          <a:solidFill>
            <a:srgbClr val="00405F"/>
          </a:solidFill>
        </p:spPr>
        <p:txBody>
          <a:bodyPr wrap="square" rtlCol="0">
            <a:spAutoFit/>
          </a:bodyPr>
          <a:lstStyle/>
          <a:p>
            <a:endParaRPr lang="en-US" sz="1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00200" y="2290276"/>
            <a:ext cx="8991600" cy="1450354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Implementation Phase-</a:t>
            </a:r>
            <a:r>
              <a:rPr lang="en-I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2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on: </a:t>
            </a:r>
            <a:b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AUTOCOMAPANION– </a:t>
            </a:r>
            <a:r>
              <a:rPr lang="en-US" sz="2800" b="1" dirty="0">
                <a:solidFill>
                  <a:srgbClr val="FF0000"/>
                </a:solidFill>
              </a:rPr>
              <a:t>AI-Powered Trip Planner &amp; Smart Document Manager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00250" y="455474"/>
            <a:ext cx="8191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JSS MAHAVIDYAPEETHA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JSS SCIENCE AND TECHNOLOGY UNIVERSITY, MYSURU – 570 006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Department of computer applications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2374" y="4445911"/>
            <a:ext cx="460766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POORVA BR                        (01JST23UBC067)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MANASA KM                     (01JST23UBC053)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LALITHA LAKSHMI HM (01JST23UBC044)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911" y="692327"/>
            <a:ext cx="10972800" cy="1143000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3876" y="1835311"/>
            <a:ext cx="10521244" cy="3322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AutoCompanion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vehicle assistant mobile application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simplify vehicle management and travel planning.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integrates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technology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automate everyday vehicle-related tasks.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users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scan, store, and track vehicle documents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insurance, RC, DL, and PUC.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AutoCompanion provides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tour planner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generates structured and budget-aware travel itineraries.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3930" y="1771015"/>
            <a:ext cx="9464040" cy="263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indent="0" algn="just">
              <a:lnSpc>
                <a:spcPct val="21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Owners often miss insurance, service, and PUC renewals.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centralized platform for vehicle documents.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Lack of smart features like AI planning, reminders, and GPS tracking.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Manual tracking of maintenance and expenses is error-prone.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Monitoring vehicle health, location, and performance is difficult.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Content Placeholder 14" descr="A diagram of a user"/>
          <p:cNvPicPr/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965" y="1589405"/>
            <a:ext cx="678878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pPr algn="l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AI-Driven Tour Planning </a:t>
            </a:r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Workflow</a:t>
            </a:r>
            <a:endParaRPr lang="en-IN" alt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206500"/>
            <a:ext cx="10972800" cy="4249420"/>
          </a:xfrm>
        </p:spPr>
        <p:txBody>
          <a:bodyPr>
            <a:no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Accept user inputs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(Start location, Destination, Travel dates, Budget, Interests)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Calculate total trip days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Create structured JSON data from inputs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Send JSON data to AI servic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(Preparing and forwarding input for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Transformer-based AI processing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AI model processes the prompt and generates itinerary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(Using a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Transformer-based autoregressive algorithm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7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Display itinerary in UI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8: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Store itinerary in database (Supabase)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9: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Enable user actions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(PDF, Map, Share)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10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End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635635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Driven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Tour Planning Algorithm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23341"/>
            <a:ext cx="10972800" cy="4525963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Autoregressive Model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is used to automatically generate a personalized travel itinerary based on user inputs.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the system to convert raw trip details into a clear, human-readable tour plan.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Uses a Transformer neural network (Gemini AI)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the itinerary word by word using next-token prediction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destination, number of days, budget, and user interests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structured and context-aware travel itinerary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Creates a meaningful tour plan step by step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Used: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response = model.generate_content(build_prompt(data))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/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OCR Document Scan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/>
          <p:nvPr>
            <p:ph idx="1"/>
          </p:nvPr>
        </p:nvSpPr>
        <p:spPr>
          <a:xfrm>
            <a:off x="523875" y="1165861"/>
            <a:ext cx="10972800" cy="4525963"/>
          </a:xfrm>
        </p:spPr>
        <p:txBody>
          <a:bodyPr>
            <a:noAutofit/>
          </a:bodyPr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2: User selects document image and document type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3: Flutter sends document data to Flask backend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4: Backend preprocesses the document image 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– Computer Vision algorithm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5: OCR is performed to extract text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Tesseract LSTM-based OCR algorithm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6: Text is normalized and cleaned 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Rule-based NLP algorithm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7: Expiry date and document number are detected using regex patterns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Regex-based information extraction algorithm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8: Backend returns extracted details as JSON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9: Flutter displays scanned document details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10: User saves the document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11: Document image and metadata are stored in database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12: End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8705" y="85090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OCR Document Scan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</a:t>
            </a:r>
            <a:endParaRPr lang="en-IN" alt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465" y="1165861"/>
            <a:ext cx="10972800" cy="4525963"/>
          </a:xfrm>
        </p:spPr>
        <p:txBody>
          <a:bodyPr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 Used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IN" altLang="en-US" sz="1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work together to automatically extract important details from scanned documents.They improve image quality, recognize text, clean noisy data, and extract required information accurately.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Image Preprocessing – CV (Computer Vision)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90000"/>
              </a:lnSpc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image=cv2.resize(image,None,fx=2.5,fy=2.5)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90000"/>
              </a:lnSpc>
              <a:buNone/>
            </a:pP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gray=cv2.cvtColor(image,cv2.COLOR_BGR2GRAY)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90000"/>
              </a:lnSpc>
              <a:buNone/>
            </a:pP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thresh=cv2.adaptiveThreshold(gray,255,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90000"/>
              </a:lnSpc>
              <a:buNone/>
            </a:pP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cv2.ADAPTIVE_THRESH_GAUSSIAN_C,cv2.THRESH_BINARY,31,11)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2. Tesseract LSTM-based OCR (Optical Character Recognition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text=pytesseract.image_to_string(image,"--oem 3 --psm 11 -l eng")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3. Rule-based NLP (Natural Language Processing)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text=text.lower()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text=re.sub(r"\s+"," ",text)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4. Regex-based IE (Information Extraction)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re.search(r"(valid till|expiry date).*",text,re.I)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Service And Maintainence Workflow</a:t>
            </a:r>
            <a:endParaRPr lang="en-I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305" y="1312546"/>
            <a:ext cx="10972800" cy="4525963"/>
          </a:xfrm>
        </p:spPr>
        <p:txBody>
          <a:bodyPr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 the application.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2: Load vehicle service records from the database.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(CRUD Operations Algorithm – Read)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3: Display service records on the screen.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4: User enters vehicle name, service type, and service date.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(Data Validation Algorithm)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5: Get service duration based on selected service type.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(Rule-Based Decision Algorithm)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6: Calculate expiry date = Service date + Service duration. 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(Temporal / Date Arithmetic Algorithm)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7: Save service details into the database. 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(CRUD Operations Algorithm – Create)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8: Calculate remaining days = Expiry date − Current date.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(Time Interval Computation Algorithm)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9: Display status color (Green &gt;30 days, Yellow =30 days, Red &lt;30 days). 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(Rule-Based Classification Algorithm)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10: Allow user to delete service records. 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(CRUD Operations Algorithm – Delete)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Step 11: Stop.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965" y="851535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Dataflow Diagram</a:t>
            </a:r>
            <a:endParaRPr lang="en-IN" alt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01290" y="1165860"/>
            <a:ext cx="678878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19401" y="2133600"/>
            <a:ext cx="7592291" cy="173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665">
                <a:latin typeface="Times New Roman" panose="02020603050405020304" pitchFamily="18" charset="0"/>
                <a:ea typeface="STXinwei" panose="02010800040101010101" pitchFamily="2" charset="-122"/>
                <a:cs typeface="Times New Roman" panose="02020603050405020304" pitchFamily="18" charset="0"/>
              </a:rPr>
              <a:t>Thank you</a:t>
            </a:r>
            <a:endParaRPr lang="en-IN" sz="10665">
              <a:latin typeface="Times New Roman" panose="02020603050405020304" pitchFamily="18" charset="0"/>
              <a:ea typeface="STXinwei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5105</Words>
  <Application>WPS Presentation</Application>
  <PresentationFormat>Widescreen</PresentationFormat>
  <Paragraphs>136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Liberation Sans</vt:lpstr>
      <vt:lpstr>Segoe Print</vt:lpstr>
      <vt:lpstr>Cambria</vt:lpstr>
      <vt:lpstr>STXinwei</vt:lpstr>
      <vt:lpstr>Calibri</vt:lpstr>
      <vt:lpstr>Microsoft YaHei</vt:lpstr>
      <vt:lpstr>Arial Unicode MS</vt:lpstr>
      <vt:lpstr>Office Theme</vt:lpstr>
      <vt:lpstr>Implementation Phase-2 on:  AUTOCOMAPANION– AI-Powered Trip Planner &amp; Smart Document Manager</vt:lpstr>
      <vt:lpstr>Introduction</vt:lpstr>
      <vt:lpstr> Problem Statement</vt:lpstr>
      <vt:lpstr> Architectural Diagram</vt:lpstr>
      <vt:lpstr>AI-Driven Tour Planning Workflow</vt:lpstr>
      <vt:lpstr>AI-Driven Tour Planning Algorithm</vt:lpstr>
      <vt:lpstr>OCR Document Scan Workflow</vt:lpstr>
      <vt:lpstr>OCR Document Scan Algorithm</vt:lpstr>
      <vt:lpstr>Service And Maintainence Workflow</vt:lpstr>
      <vt:lpstr>Dataflow Diagram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jhonson</dc:creator>
  <cp:lastModifiedBy>raju r</cp:lastModifiedBy>
  <cp:revision>76</cp:revision>
  <dcterms:created xsi:type="dcterms:W3CDTF">2018-06-12T17:38:00Z</dcterms:created>
  <dcterms:modified xsi:type="dcterms:W3CDTF">2026-01-13T00:29:12Z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4249C176DC544C45A27882BF759ACF08_13</vt:lpwstr>
  </property>
  <property fmtid="{D5CDD505-2E9C-101B-9397-08002B2CF9AE}" pid="3" name="KSOProductBuildVer">
    <vt:lpwstr>1033-12.2.0.23196</vt:lpwstr>
  </property>
</Properties>
</file>